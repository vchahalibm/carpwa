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Drivers (k)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July</c:v>
                </c:pt>
                <c:pt idx="1">
                  <c:v>August</c:v>
                </c:pt>
                <c:pt idx="2">
                  <c:v>September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15</c:v>
                </c:pt>
                <c:pt idx="2">
                  <c:v>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v1</c:v>
                </c:pt>
                <c:pt idx="1">
                  <c:v>v2</c:v>
                </c:pt>
                <c:pt idx="2">
                  <c:v>v3</c:v>
                </c:pt>
                <c:pt idx="3">
                  <c:v>v4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1.6</c:v>
                </c:pt>
                <c:pt idx="2">
                  <c:v>0.9</c:v>
                </c:pt>
                <c:pt idx="3">
                  <c:v>0.5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Welcome! I am your presenter today. This short demo shows how a script drives slides, web pages and me,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how usage grew this quarter. Each bar is a month; notice the jump in the third month after the voice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Response time fell as listening moved onto the device. Lower is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Thanks for watching. If you would like to ask me something, show me an open palm and then close your fist.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DriveDeck Stage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sample tech demo, presented by an avatar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this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Weekly active drivers, in thousands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2377440"/>
          <a:ext cx="91440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Response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Seconds from your last word to the answer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2377440"/>
          <a:ext cx="91440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Questions? Show an open palm, then a fist, to talk to 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